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0545775" cy="5029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3840480" cy="36576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7F3D0"/>
                </a:solidFill>
              </a:defRPr>
            </a:pPr>
            <a:r>
              <a:t>ENTERPRISE FIELD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0B981"/>
                </a:solidFill>
              </a:defRPr>
            </a:pPr>
            <a:r>
              <a:t>GeoConvey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Intelligent Supervisor Location Monitoring &amp; Bike Conveyance System</a:t>
            </a:r>
          </a:p>
          <a:p>
            <a:pPr>
              <a:spcBef>
                <a:spcPts val="600"/>
              </a:spcBef>
              <a:defRPr sz="1200">
                <a:solidFill>
                  <a:srgbClr val="06B6D4"/>
                </a:solidFill>
              </a:defRPr>
            </a:pPr>
            <a:r>
              <a:t>Real-Time GPS Tracking • Live Selfie &amp; Odometer Verification • Automated Statutory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931920"/>
            <a:ext cx="3108960" cy="13716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023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🛰️ Native Background GPS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Continuous tracking with screen locked and persistent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3108960" cy="13716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023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🛡️ Dual-Verification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Prevents fraud by picking lower of GPS route vs Odometer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108960" cy="13716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4023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📊 13-Column Reports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One-click export to Excel &amp; CSV with full statutory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440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Live Production Deployment  |  Web Admin Portal + Android Native App (v1.0.3)  |  Genus Power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THE 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Operational Challenges in Field Supervision &amp; Conveyance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🚨 Conveyance Claim Inflation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Manual odometer logs frequently inflated by 20–40%. Lack of actual route verification leads to large, unverified conveyance payouts across field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👻 Ghost Attendance &amp; Proxy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Supervisors marking attendance remotely without being on-site. Traditional time-clocks cannot verify physical presence at assigned geographical substations/zones.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📵 GPS Interruption on Screen Lock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Standard web tracking stops as soon as supervisors put phones in pockets or screen turns off. Results in fragmented, incomplete distance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📑 Tedious Manual Report Auditing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Operations and accounts teams spending hundreds of hours every month manually cross-checking handwritten logbooks, calculators, and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3-Tier Modern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📱 1. Supervisor Android App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Capacitor 7 + React + Native Java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Native Android Foreground Location Service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Partial WakeLock (Zero sleep on screen lock)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Selfie &amp; Bike Odometer Camera Capture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Offline-first local tracking queue with auto-sync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In-App APK Auto-Updater (v1.0.3)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☁️ 2. Cloud REST API &amp; Engine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Node.js + Express + SQLite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Geodesic Haversine Distance Engine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Dual-Verification Lower Distance Selector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JWT Authentication &amp; Session Management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Static Vercel Proxy &amp; Render Auto-Recovery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Data persistence &amp; audit log recording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🖥️ 3. Admin Operations Portal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React + Vite + Leaflet OpenStreetMap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Live Supervisor Map with Real-Time Marker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Clean Supervisor List (Name, EMP ID, Status)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Session Inspection (Start/End Selfies &amp; Odo)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13-Column Statutory Conveyance Reports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 Single-Click Authenticated Excel &amp; CSV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MOBILE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Supervisor Mobile Application: Step-by-Step Field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1051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1. Secure Login &amp; Auth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Supervisors authenticate with unique Employee ID &amp; password. Single-device session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486400" cy="1051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2. Start Duty Wizard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Requires geotagged live attendance selfie + bike odometer capture before GPS tracking begins.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486400" cy="1051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3. Live Telemetry Dashboard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Displays live duty duration, start odometer KM, recorded GPS distance, and current conveyance in 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5486400" cy="1051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846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4. End Duty Verification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End-of-shift selfie and final odometer photo. Computes approved distance and generates instant 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24688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bile_start_du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2286000" cy="508883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44000" y="1645920"/>
            <a:ext cx="24688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obile_on_du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737360"/>
            <a:ext cx="2286000" cy="5088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Continuous Background GPS: Runs With Screen Off &amp; Phone in Pocket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🔔 Android Foreground Service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Runs LocationTrackingService as an official Android Foreground Service with type='location'. Prevents the OS from terminating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⚡ Partial WakeLock Architecture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Acquires PowerManager.PARTIAL_WAKE_LOCK to ensure the phone's CPU remains active while the phone is locked inside the rider's pocket.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19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📍 High-Precision Geolocation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Requests updates from GPS_PROVIDER every 5 seconds / 5 meters with speed, bearing, and accuracy validation (&lt; 50m filter).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49039"/>
            <a:ext cx="5120640" cy="1874519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19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📶 Offline-First Queue Sync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If the supervisor travels through rural network dead zones, points are queued locally and automatically bulk-synced once back in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515600" cy="8229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Sticky Android Status Bar Notification Displayed to Supervisor: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🟢 GeoConvey • Duty in Progress  —  Recording GPS route &amp; bike conveyance in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CONVEYANCE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Dual-Verification Engine: Fraud-Proof Distance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Lower Distance Selection Rule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1. GPS Distance Tracked: Calculated via continuous geodesic coordinate path sum with Haversine formula and noise suppression.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2. Odometer Distance Tracked: Calculated by subtracting verified Start Odometer KM from End Odometer KM with photo proof.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3. Automated Selection: System compares both distances and automatically selects the LOWER of the two valid measurements.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4. Fraud Prevention: If odometer is inflated by 10 KM, GPS route limits claim to actual distance. If GPS loses signal, odometer protects supervisor.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5. Conveyance Payable: Approved Distance (KM) × Rate per KM (₹4.50/KM). Rounded and formatted to statutory 2 decimal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Real Live Audit Case (Example):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Supervisor Name     :  Shubham (EMP001)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Duty Start Time     :  11:40 PM IST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Start Odometer      :  8,996 KM (Photo Verified)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End Odometer        :  9,024 KM (Photo Verified)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Odometer Delta      :  28.00 KM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Recorded GPS Route  :  26.40 KM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System Decision     :  26.40 KM (Lower Valid Selected)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  <a:r>
              <a:t>Approved Rate       :  ₹4.50 / KM (Bike)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Total Conveyance    :  ₹118.80 (26.40 × ₹4.50)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Audit Status        :  ✅ APPROVED (Ready for Payout)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WEB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Operations Portal: Real-Time Live Supervisor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Key Live Map Features: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Clean Active Supervisor List displaying Supervisor Name and Employee ID.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Real-time GPS marker updating every 8 seconds automatically with Live Auto-Sync.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Interactive Map Pin with accuracy radius (±16m) and battery/sync status.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100% Free OpenStreetMap tile server — Zero API key required, zero recurring cost.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One-click 'Inspect Session' to open full attendance and odometer modal.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00800" cy="29260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liv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217920" cy="24767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0" y="4754880"/>
            <a:ext cx="6400800" cy="16459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_active_supervisor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846320"/>
            <a:ext cx="4572000" cy="24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VERIFICATION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Duty Sessions &amp; Verification: Complete Photo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Audit Capabilities: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Full session table showing Date, Supervisor, Start Time, End Time, and Status.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Inspect Modal presents Start Attendance Selfie vs End Duty Selfie.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Odometer Reading Verification: Start Bike Photo vs End Bike Photo.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Calculated GPS route overlay rendered on playback map.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•  Admin actions: Approve Conveyance, Override Rate/KM, or Request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00800" cy="26517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duty_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217920" cy="25746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0" y="4480560"/>
            <a:ext cx="6400800" cy="19202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_recent_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72000"/>
            <a:ext cx="4572000" cy="3289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REPORTS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Daily Conveyance Reports: 13-Column Statutory Audit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13 Official Columns Included in Every Report: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1. Record ID  •  2. Date  •  3. Supervisor Name  •  4. Employee ID  •  5. Vehicle Type  •  6. Start Time  •  7. End Time</a:t>
            </a:r>
            <a:br/>
            <a:r>
              <a:t>8. Start Odometer KM  •  9. End Odometer KM  •  10. Odometer KM  •  11. GPS KM  •  12. Approved KM  •  13. Conveyance Amount (₹)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31089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_conveyanc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10515600" cy="42616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APP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Application Distribution &amp; In-App Auto-Update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Frictionless App Delivery (v1.0.3):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• Dedicated Download Portal (/download)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Publicly accessible link with animated progress bar showing live download speed, MB transferred, and installation instructions.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• In-App Auto-Update Banner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When a new APK is deployed, active supervisors receive an update banner directly on their dashboard with zero downtime.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• In-App APK Package Downloader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Supervisors tap 'UPDATE' inside the app, watch the 0% -&gt; 100% progress modal, and Android automatically prompts installation.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• Zero Manual File Sharing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 need to send APK files via WhatsApp or email — everything is self-updating via the cloud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download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120640" cy="36322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Quantifiable Business Impact &amp; Operational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Fraud Elimination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Eliminates ghost trips, manipulated odometer logs, and proxy attendance through dual-verification.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90%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Time Saved in Auditing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Operations and finance teams save 90% of processing time with instant automated 13-column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₹0.00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Map Infrastructure Cost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Uses OpenStreetMap with Leaflet instead of expensive proprietary map APIs, saving recurring billing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14600" cy="274320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Field Accountability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Live GPS tracking and breadcrumbs ensure complete visibility of supervisor coverage across substations.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607040" cy="16459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Executive Takeaway: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GeoConvey transforms bike conveyance from an honor-system liability into a transparent, mathematically verified, and automated asset. It protects company financial resources while ensuring supervisors are reimbursed fairly, accurately, and without delay.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7F3D0"/>
                </a:solidFill>
              </a:defRPr>
            </a:pPr>
            <a:r>
              <a:t>●  DEPLOYMENT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Status, Live URLs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Live Production Endpoints: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Admin Operations Portal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https://supervisor-conveyance.vercel.app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Access live dashboard, map, reports &amp; verification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Supervisor App Download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https://supervisor-conveyance.vercel.app/download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Download Android APK (v1.0.3) directly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Cloud Backend API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https://supervisor-api-vvba.onrender.com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High-performance Node.js REST API on Render cloud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Current App Release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v1.0.3 (Build 4)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Native background GPS + IST timezone synchronization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0B981"/>
                </a:solidFill>
              </a:defRPr>
            </a:pPr>
            <a:r>
              <a:t>Questions &amp; Demonstration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GeoConvey is live and active in production.</a:t>
            </a:r>
            <a:br/>
            <a:r>
              <a:t>Ready for interactive walkthrough and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